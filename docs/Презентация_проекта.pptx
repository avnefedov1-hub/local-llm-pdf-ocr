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Arial"/>
              </a:rPr>
              <a:t>PDF OCR + Ollama Chat</a:t>
            </a:r>
          </a:p>
          <a:p>
            <a:r>
              <a:rPr sz="1600" b="0">
                <a:solidFill>
                  <a:srgbClr val="C5D5DE"/>
                </a:solidFill>
                <a:latin typeface="Arial"/>
              </a:rPr>
              <a:t>Документация проекта · ОИТ</a:t>
            </a:r>
          </a:p>
          <a:p>
            <a:r>
              <a:rPr sz="1300" b="0">
                <a:solidFill>
                  <a:srgbClr val="A8C0CC"/>
                </a:solidFill>
                <a:latin typeface="Arial"/>
              </a:rPr>
              <a:t>C:\Проекты\Local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  О проекте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222222"/>
                </a:solidFill>
                <a:latin typeface="Arial"/>
              </a:rPr>
              <a:t>OCR for scanned PDFs via `qwen2.5vl` Quick actions: summarize, translate, custom prompt Full chat with Vikhr, with or without document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  Ключевые пункты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OCR for scanned PDFs via `qwen2.5vl`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Quick actions: summarize, translate, custom prompt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Full chat with Vikhr, with or without document context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Streaming responses, local chat history in browser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Python 3.11+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[Ollama](https://ollama.com) 0.7.0+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~8-12 GB RAM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OCR for scanned PDFs via `qwen2.5vl`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Quick actions: summarize, translate, custom prompt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Full chat with Vikhr, with or without document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  Суть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22222"/>
                </a:solidFill>
                <a:latin typeface="Arial"/>
              </a:rPr>
              <a:t>OCR for scanned PDFs via `qwen2.5vl` Quick actions: summarize, translate, custom prompt Full chat with Vikhr, with or without document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  Ключевые пункты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OCR for scanned PDFs via `qwen2.5vl`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Quick actions: summarize, translate, custom prompt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Full chat with Vikhr, with or without document context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Streaming responses, local chat history in browser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Python 3.11+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[Ollama](https://ollama.com) 0.7.0+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~8-12 GB 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 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OCR for scanned PDFs via `qwen2.5vl`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Quick actions: summarize, translate, custom prompt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Full chat with Vikhr, with or without document context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Streaming responses, local chat history in browser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 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Python 3.11+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[Ollama](https://ollama.com) 0.7.0+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•  ~8-12 GB 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  Где лежит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Код / папка: C:\Проекты\Local LLM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PDF и презентация: каталог docs/ (или указанный --out)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22222"/>
                </a:solidFill>
                <a:latin typeface="Arial"/>
              </a:rPr>
              <a:t>•  Обновление: команда oit-doc или skill «oit-documentator» в Cursor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